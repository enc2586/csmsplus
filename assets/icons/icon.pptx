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A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4"/>
  </p:normalViewPr>
  <p:slideViewPr>
    <p:cSldViewPr snapToGrid="0">
      <p:cViewPr>
        <p:scale>
          <a:sx n="144" d="100"/>
          <a:sy n="144" d="100"/>
        </p:scale>
        <p:origin x="144" y="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B3197-464C-4940-ADFC-D0F791A0C3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F78952-3C0A-D275-8B4F-04E77E4B16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C20EB-B4FB-69B0-A3C1-5B9F11DF5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01AB-5E62-AE4C-9E00-597307F1F24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D7CD6-DC91-9FDB-FF99-BA0DB365D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0BDBA-6C1E-4B62-4EA3-8F1F7F5CB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5E34A-5568-FB4B-A79C-98CE8CB29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769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71E3A-F84B-B26F-1388-50DAF6D66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3F1D4-63D3-EACC-F997-E15EEAF12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2D531-F97A-4AB9-9E11-B390E19EE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01AB-5E62-AE4C-9E00-597307F1F24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5057-F555-2EE9-E787-7F8743EBE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952F6-29B3-047E-5D81-9B75C19B4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5E34A-5568-FB4B-A79C-98CE8CB29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561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74D50-E48D-BFD7-28C7-15B4052BA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18A42-F7D0-18DB-648C-8398B52B5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8254-908E-BED8-1FBE-BE2AF0ED1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01AB-5E62-AE4C-9E00-597307F1F24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E29F0-E2F7-A7A2-5B33-42E2E7209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41CC-0E23-6389-59B9-648AEF9B2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5E34A-5568-FB4B-A79C-98CE8CB29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681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824D0-2B33-9D03-C7F4-BB48BD92C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0E52A-5DF6-9F2E-72AA-9FD3269E5B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F274B1-5E2A-0963-35E5-0591E8A2C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600A3-D3D8-7A3D-98E0-943E68A34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01AB-5E62-AE4C-9E00-597307F1F24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6DBC4-11D8-12F9-E4A3-7FA26E3C7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4F1EC5-72A0-BC93-3955-2995BE891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5E34A-5568-FB4B-A79C-98CE8CB29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185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36AEE-4E74-C481-FEFF-7126AF7C1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80CFA-1B1A-D0B7-4F2E-0AFA917E3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47401C-D116-C627-3177-5E4F896775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C88C99-BEE5-132B-769D-CA48E663F3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94C79A-6A57-1EDD-E42A-F871268B0C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DAFE79-7527-549F-9FE3-F91013450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01AB-5E62-AE4C-9E00-597307F1F24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A9F422-70BA-FC4D-0379-17156513A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0D6CD5-DC3F-1DF9-92E5-422077A1D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5E34A-5568-FB4B-A79C-98CE8CB29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070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C3172-4739-8EE2-990A-A4C897E98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716EF1-9D4F-CC73-A750-05911FA95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01AB-5E62-AE4C-9E00-597307F1F24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42BC37-2419-9CAC-EA14-DF99DD242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9E7346-412E-AAFA-B4EE-93EEFE06C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5E34A-5568-FB4B-A79C-98CE8CB29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240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26633A-4F89-4E45-387D-2C46025AA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01AB-5E62-AE4C-9E00-597307F1F24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BE73FD-6973-E966-D2C6-CEA14FF4F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072C0-262C-E4A5-5213-338062389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5E34A-5568-FB4B-A79C-98CE8CB29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1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56D60-99E1-9E7E-01D1-E534ED580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9603A-CB2D-CAB2-7129-98369D2E2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310E78-408C-66A8-8FD4-EFB82351C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7A615E-8EB9-46A0-C217-C3956D584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01AB-5E62-AE4C-9E00-597307F1F24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3FA44-1F73-81C4-90C3-23A6A942D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3BBE05-EC7B-9816-7CCA-5D0915FA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5E34A-5568-FB4B-A79C-98CE8CB29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567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7CF9-CDF9-4C6B-5D18-48253A777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553F45-E1BD-79EE-3D1D-C3D8DF6692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ECB52-A028-9DE9-1CE1-A06A9A61EC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53D33E-2AAC-B8A9-0778-323008FF0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01AB-5E62-AE4C-9E00-597307F1F24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25AD67-EC58-C23A-5118-0B8C32F7D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14BF4-DEFE-BAA2-B7E3-CFCA9837A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5E34A-5568-FB4B-A79C-98CE8CB29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490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C72F8-0AFC-E177-A610-98A7592B9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E37B2-0765-B349-5D27-C69BCEA0FC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5B7E2-FDD8-C8F2-64D6-3E9C12C48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01AB-5E62-AE4C-9E00-597307F1F24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69759-CB18-9833-CA48-04EEF4441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8E261-B309-C0BF-830E-173F4A45D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5E34A-5568-FB4B-A79C-98CE8CB29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304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5E3AF5-DC5F-E104-8DC2-BC95BC79DD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52AC22-5348-FF74-19FD-293E6733D6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8248F-F80A-3A69-AC65-20C129F68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01AB-5E62-AE4C-9E00-597307F1F24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3B54C-E836-84FC-5664-32CFCBC3E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23766-1C14-55F5-6952-776DB46E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5E34A-5568-FB4B-A79C-98CE8CB29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399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90A2CD-95C7-CA90-D9FA-C75D7C850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AF58-6789-6B71-58E8-41F12BBD7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A2DE0-A01E-CFB6-DDC3-92E5D0339E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CB01AB-5E62-AE4C-9E00-597307F1F24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15B95-3E97-84A9-DC92-8AC6D2D04F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AEB5A-CB3A-9C0A-2F75-FEFC21546F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15E34A-5568-FB4B-A79C-98CE8CB29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478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A0DB3D9B-1DE4-8E5B-CC9D-88E245142C54}"/>
              </a:ext>
            </a:extLst>
          </p:cNvPr>
          <p:cNvGrpSpPr/>
          <p:nvPr/>
        </p:nvGrpSpPr>
        <p:grpSpPr>
          <a:xfrm>
            <a:off x="4141076" y="1658007"/>
            <a:ext cx="3137336" cy="3226676"/>
            <a:chOff x="4141076" y="1658007"/>
            <a:chExt cx="3137336" cy="3226676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CF1D90F7-47EC-8AA7-B85E-26356F57A83E}"/>
                </a:ext>
              </a:extLst>
            </p:cNvPr>
            <p:cNvSpPr/>
            <p:nvPr/>
          </p:nvSpPr>
          <p:spPr>
            <a:xfrm>
              <a:off x="4141076" y="1658007"/>
              <a:ext cx="693683" cy="3226676"/>
            </a:xfrm>
            <a:prstGeom prst="roundRect">
              <a:avLst>
                <a:gd name="adj" fmla="val 50000"/>
              </a:avLst>
            </a:prstGeom>
            <a:solidFill>
              <a:srgbClr val="006AE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AB020E10-D453-85C3-2189-402FE83E8EF8}"/>
                </a:ext>
              </a:extLst>
            </p:cNvPr>
            <p:cNvSpPr/>
            <p:nvPr/>
          </p:nvSpPr>
          <p:spPr>
            <a:xfrm>
              <a:off x="4955627" y="1658007"/>
              <a:ext cx="693683" cy="3226676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E75FBC5E-88E3-E7DC-E1D6-D3A13037CB32}"/>
                </a:ext>
              </a:extLst>
            </p:cNvPr>
            <p:cNvSpPr/>
            <p:nvPr/>
          </p:nvSpPr>
          <p:spPr>
            <a:xfrm>
              <a:off x="5770178" y="1658007"/>
              <a:ext cx="693683" cy="3226676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BBCEE829-E5D9-738E-448D-389F4DD86895}"/>
                </a:ext>
              </a:extLst>
            </p:cNvPr>
            <p:cNvSpPr/>
            <p:nvPr/>
          </p:nvSpPr>
          <p:spPr>
            <a:xfrm>
              <a:off x="6584729" y="1658007"/>
              <a:ext cx="693683" cy="3226676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BFF27C7-3620-52C1-C209-5899E9E9DA9B}"/>
                </a:ext>
              </a:extLst>
            </p:cNvPr>
            <p:cNvSpPr/>
            <p:nvPr/>
          </p:nvSpPr>
          <p:spPr>
            <a:xfrm>
              <a:off x="4251434" y="1765170"/>
              <a:ext cx="472966" cy="4729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47658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최홍제</dc:creator>
  <cp:lastModifiedBy>최홍제</cp:lastModifiedBy>
  <cp:revision>1</cp:revision>
  <dcterms:created xsi:type="dcterms:W3CDTF">2025-12-11T18:13:02Z</dcterms:created>
  <dcterms:modified xsi:type="dcterms:W3CDTF">2025-12-11T18:22:24Z</dcterms:modified>
</cp:coreProperties>
</file>